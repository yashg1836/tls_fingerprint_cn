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COMPUTER NETWORKS — COURSE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EDEFF4"/>
                </a:solidFill>
                <a:latin typeface="Calibri"/>
              </a:rPr>
              <a:t>TLS Fingerprinting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Calibri"/>
              </a:rPr>
              <a:t>Identifying who's really on the other end of an HTTPS connection — without decrypting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real clients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measured fingerprints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4343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9377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fabricated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Calibri"/>
              </a:rPr>
              <a:t>Once HTTPS starts, a server can't read what's inside.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Almost all internet traffic today is encrypted (HTTPS/TLS).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A bot pretending to be a browser, a scraper, or malware talking to its C2 server — all look like ordinary encrypted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246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Firewalls and monitors can no longer read URLs, headers, or payloads.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2569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Question: can we tell WHO is really connecting, without breaking encryption for anyone?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WHAT ALREADY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Calibri"/>
              </a:rPr>
              <a:t>JA3 / JA3S: a published fingerprinting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Right before encryption locks in, both sides send ONE message each in plain text: the "ClientHello" and "ServerHello".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9923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Every TLS library (Chrome, curl, OpenSSL...) builds this handshake slightly differently — different ciphers, different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246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JA3 (Salesforce, 2017) turns a ClientHello into one short hash. JA3S does the same for a ServerHello.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2569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700">
                <a:solidFill>
                  <a:srgbClr val="9AA3B5"/>
                </a:solidFill>
                <a:latin typeface="Calibri"/>
              </a:rPr>
              <a:t>•  This is a real, industry-standard technique — not something we invented for this project.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What we were asked to implement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Passively capture TLS handshakes (ClientHello / ServerHello)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2491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Compute JA3 (client) and JA3S (server)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4670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Build a small reference database of known fingerprints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6849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Match a new capture against that database and identify the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9028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Demonstrate on at least 5 real, distinct clients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21208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Explain the security use case AND the honest limitations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HOW IT'S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Calibri"/>
              </a:rPr>
              <a:t>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.pcap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19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19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parser.py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8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38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JA3 / JA3S / JA4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7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57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database.py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76" y="303580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Consolas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76" y="2834640"/>
            <a:ext cx="1874519" cy="8229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CLI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Calibri"/>
              </a:rPr>
              <a:t>Every stage is a separate, independently-tested Python module — the handshake is parsed byte-by-byte against the real TLS spec,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BEFORE TRUSTING ANY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Calibri"/>
              </a:rPr>
              <a:t>56 automated tests — what they actually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JA3 / JA3S string construction, checked against hand-derived expected values (not just checked against itself).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7063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JA4, checked against the official FoxIO spec's own published worked examples — an external ground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9242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Parser edge cases: truncated records, GREASE-only cipher lists, a handshake split across multiple TLS records.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1421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Database matching logic (known / possible / unknown) and the spoofing-detector's mismatch logic.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3600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9AA3B5"/>
                </a:solidFill>
                <a:latin typeface="Calibri"/>
              </a:rPr>
              <a:t>•  One end-to-end test: build a synthetic pcap, run the full pipeline, check the final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Runs offline in under a second, no network needed — this is what's checked BEFORE any real capture is trusted.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REFERENCE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A notebook of known fingerprints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9AA3B5"/>
                </a:solidFill>
                <a:latin typeface="Calibri"/>
              </a:rPr>
              <a:t>Every entry was computed from a real, captured network connection — never typed by hand or copied from a public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26080"/>
            <a:ext cx="1051560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tls-fingerprint db list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[ja3]  curl 8.7.1 (macOS system, SecureTransport/LibreSSL)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[ja4]  curl 8.7.1 (macOS system, SecureTransport/LibreSSL)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[ja3s] Cloudflare edge (fronting example.com)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[ja3]  Google Chrome 151.0.7922.174 (headless)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[ja4]  Google Chrome 151.0.7922.174 (headless)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... 15 entries total: 5 clients x (JA3 + JA4 + JA3S)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Calibri"/>
              </a:rPr>
              <a:t>Five different clients. Five different fingerprints.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60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724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Client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TLS library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Consolas"/>
                        </a:rPr>
                        <a:t>JA3 hash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curl 8.7.1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SecureTransport / LibreSSL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375c6162a492...ce8424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openssl s_client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OpenSSL 3.6.2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0b85eb0d4981...f0ac5f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Python stdlib 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OpenSSL 3.6.2 (same lib!)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f21f8e6cf70d...ef401c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Chrome 151 (headless)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BoringSSL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81a2542af844...f2a626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Calibri"/>
                        </a:rPr>
                        <a:t>Hand-built ClientHello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none — raw socket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Consolas"/>
                        </a:rPr>
                        <a:t>c53113116bb0...6fedc9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openssl and Python use the exact same crypto library and still get different fingerprints — JA3 reflects configuration, not just which library is linked.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AN UNPLANNED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Calibri"/>
              </a:rPr>
              <a:t>The same Chrome, twice, gave two different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Run 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0">
                <a:solidFill>
                  <a:srgbClr val="EDEFF4"/>
                </a:solidFill>
                <a:latin typeface="Consolas"/>
              </a:rPr>
              <a:t>81a2542af8442fcd7802f178d9f2a626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Run 2 — same install, moments later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1">
                <a:solidFill>
                  <a:srgbClr val="F16A54"/>
                </a:solidFill>
                <a:latin typeface="Consolas"/>
              </a:rPr>
              <a:t>825cf36b22c9ab3e25a5bc094aecde86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Calibri"/>
              </a:rPr>
              <a:t>Modern Chrome deliberately randomizes ClientHello extension order per connection, specifically to weaken fingerprinting like this. We didn't just read that fact — we reproduced it live, re-running our own experiment.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BUILT IN RESPONSE — JA4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Calibri"/>
              </a:rPr>
              <a:t>JA4: a newer fingerprint that isolates what actually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Cipher segment (JA4)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49C79A"/>
                </a:solidFill>
                <a:latin typeface="Consolas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49C79A"/>
                </a:solidFill>
                <a:latin typeface="Consolas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alibri"/>
              </a:rPr>
              <a:t>Identical, both runs — JA4 sorts the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cipher list before hashing, so pure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reordering can't change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265176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onsolas"/>
              </a:rPr>
              <a:t>Extension segment (JA4)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EDEFF4"/>
                </a:solidFill>
                <a:latin typeface="Consolas"/>
              </a:rPr>
              <a:t>806a8c22fdea   (16 extensions)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1">
                <a:solidFill>
                  <a:srgbClr val="F16A54"/>
                </a:solidFill>
                <a:latin typeface="Consolas"/>
              </a:rPr>
              <a:t>cb7bf5808d99   (17 extensions)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69728A"/>
                </a:solidFill>
                <a:latin typeface="Calibri"/>
              </a:rPr>
              <a:t>Genuinely different — Chrome sent one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extra extension the 2nd time. JA4 reports</a:t>
            </a:r>
            <a:br/>
            <a:r>
              <a:rPr sz="1200" b="0">
                <a:solidFill>
                  <a:srgbClr val="69728A"/>
                </a:solidFill>
                <a:latin typeface="Calibri"/>
              </a:rPr>
              <a:t>that honestly instead of hiding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57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Validated against the official FoxIO spec's own published worked examples — not just checked against itself.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FROM FINGERPRINT TO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How a bot pretends to be Chrome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The cheap, common trick: set the HTTP "User-Agent" header to Chrome's exact string — one line of code, free to fake.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07792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But the TLS ClientHello was already sent, moments earlier, by whichever real library the bot's script actually uses.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21024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That handshake is a structural byproduct of the real library — not something typed by hand, much harder to fake convincingly.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34256"/>
            <a:ext cx="98755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>
                <a:solidFill>
                  <a:srgbClr val="9AA3B5"/>
                </a:solidFill>
                <a:latin typeface="Calibri"/>
              </a:rPr>
              <a:t>•  The mismatch between the claim and the real handshake is the tell.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CATCHING THE LIE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Calibri"/>
              </a:rPr>
              <a:t>Spoofing detection, 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515600" cy="237744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$ tls-fingerprint check-spoofing pcaps/bot_client.pcap --claims Chrome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Claims to be:  Chrome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Measured JA3:  f21f8e6cf70d5980ecfe9fa2e0ef401c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F16A54"/>
                </a:solidFill>
                <a:latin typeface="Consolas"/>
              </a:rPr>
              <a:t>VERDICT: *** MISMATCH — SUSPICIOUS ***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9AA3B5"/>
                </a:solidFill>
                <a:latin typeface="Consolas"/>
              </a:rPr>
              <a:t>matches: Python 3.14.6 stdlib ssl (ssl.create_default_context)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The claimed identity was checked against the database's real Chrome hashes from slide 7 — it didn't match, so it's flagged, and the tool reports what it actually is instead.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UNDER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5 rapid requests. 5 for 5, caught.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10515600" cy="2743200"/>
          </a:xfrm>
          <a:prstGeom prst="roundRect">
            <a:avLst>
              <a:gd name="adj" fmla="val 5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201168"/>
          <a:lstStyle/>
          <a:p>
            <a:pPr algn="ctr"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69728A"/>
                </a:solidFill>
                <a:latin typeface="Consolas"/>
              </a:rPr>
              <a:t>$ python experiments/bombard_demo.py 5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1/5: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2/5: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3/5: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4/5: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300" b="0">
                <a:solidFill>
                  <a:srgbClr val="F16A54"/>
                </a:solidFill>
                <a:latin typeface="Consolas"/>
              </a:rPr>
              <a:t>request 5/5: JA3=f21f8e6c...  -&gt; FLAGGED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400" b="1">
                <a:solidFill>
                  <a:srgbClr val="49C79A"/>
                </a:solidFill>
                <a:latin typeface="Consolas"/>
              </a:rPr>
              <a:t>Result: 5/5 requests correctly flagged.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21208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Calibri"/>
              </a:rPr>
              <a:t>Real botnets spread requests across many IPs to stay under rate-limit thresholds. That trick doesn't help here — every connection is judged on its own real handshake, independently, so more requests just means more identical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WHAT THIS DOESN'T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A fingerprint is a hint, not a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Same hash != same software — two unrelated programs on the same library/config fingerprint identically.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1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7180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JA3S depends on the client, too — two of our own clients produced an identical JA3S against the same 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49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GREASE and reordering actively fight back — Chrome randomizes its own hello on purpose (slide 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262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Evasion is possible — since the fingerprint is client-controlled bytes, a determined attacker can copy it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Consola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Calibri"/>
              </a:rPr>
              <a:t>Nothing here decrypts anything — only the already-unencrypted handshake preamble is ever read.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Consolas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Consolas"/>
              </a:rPr>
              <a:t>IN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Calibri"/>
              </a:rPr>
              <a:t>Built, tested, and proven against real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Calibri"/>
              </a:rPr>
              <a:t>Every hash on every slide came from a real handshake with a real server — none of it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measured DB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real experiments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10896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Calibri"/>
              </a:rPr>
              <a:t>fingerprint schemes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5488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Calibri"/>
              </a:rPr>
              <a:t>TLS Fingerprinting — Computer Networks course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