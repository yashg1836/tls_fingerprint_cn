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COMPUTER NETWORKS — COURSE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EDEFF4"/>
                </a:solidFill>
                <a:latin typeface="Archivo"/>
              </a:rPr>
              <a:t>TLS Fingerprinting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3832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IBM Plex Sans"/>
              </a:rPr>
              <a:t>Identifying who's really on the other end of an HTTPS connection — from the one moment before encryption locks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97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real clients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4297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4892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429768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fabricated results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THE BLIND SPOT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EDEFF4"/>
                </a:solidFill>
                <a:latin typeface="Archivo"/>
              </a:rPr>
              <a:t>A server can't read what's inside HTTPS.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IBM Plex Sans"/>
              </a:rPr>
              <a:t>Once a handshake completes, everything is encrypted. A scraper hammering a login page, a bot pretending to be a customer, a script bombarding an API — from outside, they look identical to a real visitor. Traffic volume alone won't tell you which requests are automated.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THE ONE UNENCRYPTED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Archivo"/>
              </a:rPr>
              <a:t>Before encryption starts, every client says hello — in plain 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9AA3B5"/>
                </a:solidFill>
                <a:latin typeface="IBM Plex Sans"/>
              </a:rPr>
              <a:t>The TLS ClientHello: version, cipher list, extensions — sent unencrypted, always, by design. Different libraries write this "hello" differently. That structure is a fingerprint, sitting in the open.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749039"/>
            <a:ext cx="10515600" cy="118872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49C79A"/>
                </a:solidFill>
                <a:latin typeface="IBM Plex Mono"/>
              </a:rPr>
              <a:t>0040  00 00 0b 65 78 61 6d 70 6c 65 2e 63 6f 6d 00 0a  ...example.com..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9AA3B5"/>
                </a:solidFill>
                <a:latin typeface="IBM Plex Mono"/>
              </a:rPr>
              <a:t>0050  00 06 00 04 00 1d 00 17 00 0b 00 02 01 00 00 0d  ................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IBM Plex Sans"/>
              </a:rPr>
              <a:t>Real bytes from pcaps/custom_client.pcap — the hostname is readable with no decryption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THE PUBLISHED TECHNIQUE — JA3 / JA3S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Archivo"/>
              </a:rPr>
              <a:t>Five fields, glued together, hashed.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JA3 — the client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SSLVersion,Cipher,SSLExtension,</a:t>
            </a:r>
            <a:br/>
            <a:r>
              <a:rPr sz="1200" b="0">
                <a:solidFill>
                  <a:srgbClr val="69728A"/>
                </a:solidFill>
                <a:latin typeface="IBM Plex Mono"/>
              </a:rPr>
              <a:t>EllipticCurve,PointFormat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771,4867-4866-4865-...,</a:t>
            </a:r>
            <a:br/>
            <a:r>
              <a:rPr sz="1300" b="0">
                <a:solidFill>
                  <a:srgbClr val="EDEFF4"/>
                </a:solidFill>
                <a:latin typeface="IBM Plex Mono"/>
              </a:rPr>
              <a:t>43-51-0-11-10-13-16,29-23-24-25,0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IBM Plex Mono"/>
              </a:rPr>
              <a:t>-&gt; 375c6162a492dfbf2795909110ce8424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286000"/>
            <a:ext cx="5120640" cy="292608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JA3S — the server's reply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SSLVersion,Cipher,SSLExtension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771,4867,51-43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E8A33D"/>
                </a:solidFill>
                <a:latin typeface="IBM Plex Mono"/>
              </a:rPr>
              <a:t>-&gt; d75f9129bb5d05492a65ff78e081bcb2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48640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IBM Plex Sans"/>
              </a:rPr>
              <a:t>Real curl -&gt; example.com capture. GREASE values (RFC 8701) are stripped from every field first.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HOW IT'S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DEFF4"/>
                </a:solidFill>
                <a:latin typeface="Archivo"/>
              </a:rPr>
              <a:t>One pipeline, independently tested at every stage.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743200"/>
            <a:ext cx="1874519" cy="8229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.pcap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19" y="294436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IBM Plex Mono"/>
              </a:rPr>
              <a:t>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19" y="2743200"/>
            <a:ext cx="1874519" cy="8229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parser.py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38" y="294436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IBM Plex Mono"/>
              </a:rPr>
              <a:t>-&gt;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38" y="2743200"/>
            <a:ext cx="1874519" cy="8229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ja3 / ja3s / ja4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7" y="294436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IBM Plex Mono"/>
              </a:rPr>
              <a:t>-&gt;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57" y="2743200"/>
            <a:ext cx="1874519" cy="8229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database.py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76" y="2944368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9728A"/>
                </a:solidFill>
                <a:latin typeface="IBM Plex Mono"/>
              </a:rPr>
              <a:t>-&gt;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76" y="2743200"/>
            <a:ext cx="1874519" cy="8229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EDEFF4"/>
                </a:solidFill>
                <a:latin typeface="IBM Plex Mono"/>
              </a:rPr>
              <a:t>CLI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IBM Plex Sans"/>
              </a:rPr>
              <a:t>ClientHello/ServerHello bytes are parsed by hand against the RFC layout. Every arrow above is a separately unit-tested function.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EXPERIMENT — FIVE REAL CLIENTS, ONE REAL SERVER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EDEFF4"/>
                </a:solidFill>
                <a:latin typeface="Archivo"/>
              </a:rPr>
              <a:t>Five different implementations. Five different fingerprints.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60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724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IBM Plex Mono"/>
                        </a:rPr>
                        <a:t>Client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IBM Plex Mono"/>
                        </a:rPr>
                        <a:t>TLS library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9728A"/>
                          </a:solidFill>
                          <a:latin typeface="IBM Plex Mono"/>
                        </a:rPr>
                        <a:t>JA3 hash</a:t>
                      </a:r>
                    </a:p>
                  </a:txBody>
                  <a:tcPr>
                    <a:solidFill>
                      <a:srgbClr val="121826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IBM Plex Sans"/>
                        </a:rPr>
                        <a:t>curl 8.7.1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SecureTransport / LibreSSL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375c6162a492...ce8424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IBM Plex Sans"/>
                        </a:rPr>
                        <a:t>openssl s_client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OpenSSL 3.6.2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0b85eb0d4981...f0ac5f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IBM Plex Sans"/>
                        </a:rPr>
                        <a:t>Python stdlib 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OpenSSL 3.6.2 (same lib!)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f21f8e6cf70d...ef401c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IBM Plex Sans"/>
                        </a:rPr>
                        <a:t>Chrome 151 (headless)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BoringSSL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81a2542af844...f2a626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EDEFF4"/>
                          </a:solidFill>
                          <a:latin typeface="IBM Plex Sans"/>
                        </a:rPr>
                        <a:t>Hand-built ClientHello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none — raw socket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9AA3B5"/>
                          </a:solidFill>
                          <a:latin typeface="IBM Plex Mono"/>
                        </a:rPr>
                        <a:t>c53113116bb0...6fedc9</a:t>
                      </a:r>
                    </a:p>
                  </a:txBody>
                  <a:tcPr>
                    <a:solidFill>
                      <a:srgbClr val="0A0E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48640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IBM Plex Sans"/>
              </a:rPr>
              <a:t>openssl and Python share the exact same crypto library and still fingerprint differently — JA3 reflects configuration, not just which library is linked.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AN UNPLANNED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Archivo"/>
              </a:rPr>
              <a:t>The same Chrome, twice, gave two different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Run 1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EDEFF4"/>
                </a:solidFill>
                <a:latin typeface="IBM Plex Mono"/>
              </a:rPr>
              <a:t>81a2542af8442fcd7802f178d9f2a626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377440"/>
            <a:ext cx="5120640" cy="146304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Run 2 — same install, moments later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F16A54"/>
                </a:solidFill>
                <a:latin typeface="IBM Plex Mono"/>
              </a:rPr>
              <a:t>825cf36b22c9ab3e25a5bc094aecde86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0624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IBM Plex Sans"/>
              </a:rPr>
              <a:t>Modern Chrome deliberately randomizes ClientHello extension order per connection, specifically to weaken fingerprinting like this. We didn't cite that as a fact — we reproduced it live, by accident, re-running our own experiment.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BUILT IN RESPONSE — JA4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Archivo"/>
              </a:rPr>
              <a:t>JA4 isolates what actually 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Cipher segment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49C79A"/>
                </a:solidFill>
                <a:latin typeface="IBM Plex Mono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49C79A"/>
                </a:solidFill>
                <a:latin typeface="IBM Plex Mono"/>
              </a:rPr>
              <a:t>8daaf6152771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Sans"/>
              </a:rPr>
              <a:t>Identical, both runs — sorted before</a:t>
            </a:r>
            <a:br/>
            <a:r>
              <a:rPr sz="1200" b="0">
                <a:solidFill>
                  <a:srgbClr val="69728A"/>
                </a:solidFill>
                <a:latin typeface="IBM Plex Sans"/>
              </a:rPr>
              <a:t>hashing, immune to reordering.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2286000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Mono"/>
              </a:rPr>
              <a:t>Extension segment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EDEFF4"/>
                </a:solidFill>
                <a:latin typeface="IBM Plex Mono"/>
              </a:rPr>
              <a:t>806a8c22fdea   (16 extensions)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F16A54"/>
                </a:solidFill>
                <a:latin typeface="IBM Plex Mono"/>
              </a:rPr>
              <a:t>cb7bf5808d99   (17 extensions)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69728A"/>
                </a:solidFill>
                <a:latin typeface="IBM Plex Sans"/>
              </a:rPr>
              <a:t>Genuinely different — Chrome sent one</a:t>
            </a:r>
            <a:br/>
            <a:r>
              <a:rPr sz="1200" b="0">
                <a:solidFill>
                  <a:srgbClr val="69728A"/>
                </a:solidFill>
                <a:latin typeface="IBM Plex Sans"/>
              </a:rPr>
              <a:t>extra extension. JA4 reports that honestly.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1208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IBM Plex Sans"/>
              </a:rPr>
              <a:t>Validated against the official FoxIO spec's own worked examples — not just checked against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FROM FINGERPRINT TO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EDEFF4"/>
                </a:solidFill>
                <a:latin typeface="Archivo"/>
              </a:rPr>
              <a:t>A script can lie about its identity. It can't fake its handshake.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AA3B5"/>
                </a:solidFill>
                <a:latin typeface="IBM Plex Sans"/>
              </a:rPr>
              <a:t>A User-Agent header is a string the author typed — trivial to fake. The TLS ClientHello sent moments earlier is a structural property of whichever library is actually running.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10515600" cy="237744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69728A"/>
                </a:solidFill>
                <a:latin typeface="IBM Plex Mono"/>
              </a:rPr>
              <a:t>$ tls-fingerprint check-spoofing pcaps/bot_client.pcap --claims Chrome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9AA3B5"/>
                </a:solidFill>
                <a:latin typeface="IBM Plex Mono"/>
              </a:rPr>
              <a:t>Claims to be:  Chrome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9AA3B5"/>
                </a:solidFill>
                <a:latin typeface="IBM Plex Mono"/>
              </a:rPr>
              <a:t>Measured JA3:  f21f8e6cf70d5980ecfe9fa2e0ef401c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F16A54"/>
                </a:solidFill>
                <a:latin typeface="IBM Plex Mono"/>
              </a:rPr>
              <a:t>VERDICT: *** MISMATCH — SUSPICIOUS ***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9AA3B5"/>
                </a:solidFill>
                <a:latin typeface="IBM Plex Mono"/>
              </a:rPr>
              <a:t>matches: Python 3.14.6 stdlib ssl (ssl.create_default_context)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UNDER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Archivo"/>
              </a:rPr>
              <a:t>5 rapid requests. 5 for 5, caught.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515600" cy="2926080"/>
          </a:xfrm>
          <a:prstGeom prst="roundRect">
            <a:avLst>
              <a:gd name="adj" fmla="val 6000"/>
            </a:avLst>
          </a:prstGeom>
          <a:solidFill>
            <a:srgbClr val="121826"/>
          </a:solidFill>
          <a:ln w="12700">
            <a:solidFill>
              <a:srgbClr val="232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 bIns="182880"/>
          <a:lstStyle/>
          <a:p>
            <a:pPr algn="ctr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69728A"/>
                </a:solidFill>
                <a:latin typeface="IBM Plex Mono"/>
              </a:rPr>
              <a:t>$ python experiments/bombard_demo.py 5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F16A54"/>
                </a:solidFill>
                <a:latin typeface="IBM Plex Mono"/>
              </a:rPr>
              <a:t>request 1/5: JA3=f21f8e6c...  -&gt; FLAGGED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F16A54"/>
                </a:solidFill>
                <a:latin typeface="IBM Plex Mono"/>
              </a:rPr>
              <a:t>request 2/5: JA3=f21f8e6c...  -&gt; FLAGGED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F16A54"/>
                </a:solidFill>
                <a:latin typeface="IBM Plex Mono"/>
              </a:rPr>
              <a:t>request 3/5: JA3=f21f8e6c...  -&gt; FLAGGED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F16A54"/>
                </a:solidFill>
                <a:latin typeface="IBM Plex Mono"/>
              </a:rPr>
              <a:t>request 4/5: JA3=f21f8e6c...  -&gt; FLAGGED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F16A54"/>
                </a:solidFill>
                <a:latin typeface="IBM Plex Mono"/>
              </a:rPr>
              <a:t>request 5/5: JA3=f21f8e6c...  -&gt; FLAGGED</a:t>
            </a:r>
          </a:p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49C79A"/>
                </a:solidFill>
                <a:latin typeface="IBM Plex Mono"/>
              </a:rPr>
              <a:t>Result: 5/5 requests correctly flagged.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A3B5"/>
                </a:solidFill>
                <a:latin typeface="IBM Plex Sans"/>
              </a:rPr>
              <a:t>Each is an independent, real, live connection. The fingerprint is evidence about one connection's TLS stack — it doesn't dilute as request volume grows.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WHAT THIS DOESN'T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Archivo"/>
              </a:rPr>
              <a:t>A fingerprint is a hint, not a verdict.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IBM Plex Sans"/>
              </a:rPr>
              <a:t>Same hash != same software. Two unrelated programs on the same library/config fingerprint identically.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71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IBM Plex Mon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7180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IBM Plex Sans"/>
              </a:rPr>
              <a:t>JA3S depends on the client, too. Two of our own clients produced an identical JA3S against the same 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490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IBM Plex Mon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749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IBM Plex Sans"/>
              </a:rPr>
              <a:t>GREASE and reordering actively fight back. Chrome randomizes its own hello on purpose — we hit this live.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IBM Plex Mon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2628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IBM Plex Sans"/>
              </a:rPr>
              <a:t>Evasion is possible. Since the fingerprint is entirely client-controlled bytes, anyone can copy a browser's signature.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303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IBM Plex Mono"/>
              </a:rPr>
              <a:t>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3B5"/>
                </a:solidFill>
                <a:latin typeface="IBM Plex Sans"/>
              </a:rPr>
              <a:t>Encrypted ClientHello looms. TLS 1.3's ECH threatens to encrypt away the exact fields this technique reads.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355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9728A"/>
                </a:solidFill>
                <a:latin typeface="IBM Plex Mon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8A33D"/>
                </a:solidFill>
                <a:latin typeface="IBM Plex Mono"/>
              </a:rPr>
              <a:t>IN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51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DEFF4"/>
                </a:solidFill>
                <a:latin typeface="Archivo"/>
              </a:rPr>
              <a:t>Built, tested, and proven against real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AA3B5"/>
                </a:solidFill>
                <a:latin typeface="IBM Plex Sans"/>
              </a:rPr>
              <a:t>Every hash on every slide came from a real handshake with a real server — none of it invented.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tests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703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measured DB entries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703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real experiments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1089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E8A33D"/>
                </a:solidFill>
                <a:latin typeface="Archiv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703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AA3B5"/>
                </a:solidFill>
                <a:latin typeface="IBM Plex Sans"/>
              </a:rPr>
              <a:t>fingerprint schemes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54880"/>
            <a:ext cx="8686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9728A"/>
                </a:solidFill>
                <a:latin typeface="IBM Plex Sans"/>
              </a:rPr>
              <a:t>TLS Fingerprinting — Computer Networks course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